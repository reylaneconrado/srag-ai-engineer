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FA57-FFBC-276A-389B-5BB244A02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F5589-9BB4-9CDE-1B59-7F7B43ECB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8A5CA-6087-7B3F-7C76-3D093704A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DEBB-9917-48BB-8FCD-33C9BB2EA5A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1B2A9-C024-1942-29B5-1C54B14F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A90DB-6904-5607-5FCB-426B44BE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ED8E-7ABB-4C97-83D9-262D8B70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8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D5BA2-7305-07E4-D9BB-76B2E3058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0153-C48D-5FE3-FA14-6FC5187B8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1F9F0-1D07-CD06-E27C-CCBFEB81A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DEBB-9917-48BB-8FCD-33C9BB2EA5A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FBF41-BD5F-317A-D2B8-081D9283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62369-C0E7-675F-B060-C70F8EB72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ED8E-7ABB-4C97-83D9-262D8B70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2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1A9CA-74D7-169C-B6E7-62F9E63F4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9B0F2-BBEC-4C6E-7E56-D15348651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31A0D-8FDC-6141-BB26-070ABE1D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DEBB-9917-48BB-8FCD-33C9BB2EA5A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E2392-986D-9FE0-9CFB-AA120DEE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2AB3B-7505-1518-7CBD-EDD4C123F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ED8E-7ABB-4C97-83D9-262D8B70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4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8177-6A5E-3E1B-E75F-ECA5BDD49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CA51-00F0-158A-FE2A-42B842660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DC8CE-4FAD-1378-C628-F12126073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3F669-F0D7-BF9F-DE5C-F4381D964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DEBB-9917-48BB-8FCD-33C9BB2EA5A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74D06-2B33-5C36-4623-0E4B73822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C6358-3CBD-1116-1C19-8510EB6DF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ED8E-7ABB-4C97-83D9-262D8B70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0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5F50-0666-4A98-F3F0-17C57450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41E2F-823F-859F-D44F-D27766880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33FCC-8125-1991-B526-668782214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0904D-8721-DE36-D7D4-C442FE4FB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284064-F681-A257-48D8-6B0A65D3A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C3E0C-89F1-9F99-CF27-113B43A0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DEBB-9917-48BB-8FCD-33C9BB2EA5A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04358-6F15-2584-C7B8-71F85E6D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E5B08C-5C03-1F52-AF65-E6D2A8028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ED8E-7ABB-4C97-83D9-262D8B70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88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1D85-29B6-4351-6DEB-8207B4DB4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194F4B-BDCD-7BF4-9EDD-3BF10699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DEBB-9917-48BB-8FCD-33C9BB2EA5A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F53C7-17DB-0379-8F28-68F1B3EAC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6DA431-1B3D-9219-5360-B915FE8E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ED8E-7ABB-4C97-83D9-262D8B70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5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A40B7F-F0F0-0DBA-B553-CB1841B83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DEBB-9917-48BB-8FCD-33C9BB2EA5A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1E9A5-8DA1-A5F6-06CE-30817483A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41A84-82A8-0AEE-CD16-554A44CFE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ED8E-7ABB-4C97-83D9-262D8B70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3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7AEA-C9DF-0E8C-7440-A7426989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CC2C5-4D69-5BB6-8BC3-A3C21A846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FD283-481D-EB1C-B051-F90570F40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EBA9E-5865-56B5-FC2A-24A846176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DEBB-9917-48BB-8FCD-33C9BB2EA5A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09ABC-6C81-9A1E-63F7-0CB3C3973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75E33-AFDF-B435-E01A-1B2C43891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ED8E-7ABB-4C97-83D9-262D8B70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0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20445-774F-C32C-D51E-775878F7E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479533-9FC9-4B96-4F60-306BBC8197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AA1E1-A7EA-A2E4-0627-64F823162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5516E-9EFF-0CAF-DF2E-F59D2162A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DEBB-9917-48BB-8FCD-33C9BB2EA5A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00C5B-53A5-DD6D-31BA-A3746975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7210F-3FA4-1070-721F-A120C0E7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ED8E-7ABB-4C97-83D9-262D8B70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1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B6E3-EB26-865F-5901-3B44835C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F2DB2-1EE3-8F11-3A1A-86142EEB5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47EDE-B099-63B0-B502-F891936C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DEBB-9917-48BB-8FCD-33C9BB2EA5A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D64A-25F7-0CA4-C710-187AE673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22A98-338C-49FF-23F8-5F9FEB53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ED8E-7ABB-4C97-83D9-262D8B70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8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328CA1-DB05-58A2-69BB-A29885A6D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F7ED6-8DAA-5F9A-FE42-5D732BFAD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D37E3-A7DF-3AAE-2846-084348A4B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DEBB-9917-48BB-8FCD-33C9BB2EA5A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677CC-5568-C0CD-B49C-D505991D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24A31-96CE-38F4-353B-21B798D4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ED8E-7ABB-4C97-83D9-262D8B70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2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EC3DF-5CB0-7441-6069-F51F42EE5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DE913-A0DF-FA5C-45B9-BCF58B0F7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34852-5479-72E8-7151-3D758C2C1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ADEBB-9917-48BB-8FCD-33C9BB2EA5A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2CF9E-E087-F0DB-3838-61395630C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3800E-BB21-C223-0D61-373FC9A16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DED8E-7ABB-4C97-83D9-262D8B70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0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C3AA64-F196-CF9A-9C5A-51C4ADB5493E}"/>
              </a:ext>
            </a:extLst>
          </p:cNvPr>
          <p:cNvSpPr/>
          <p:nvPr/>
        </p:nvSpPr>
        <p:spPr>
          <a:xfrm>
            <a:off x="5300133" y="177800"/>
            <a:ext cx="1557867" cy="59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Usuário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B5D28-E5EA-A005-F91C-00C060D6EA17}"/>
              </a:ext>
            </a:extLst>
          </p:cNvPr>
          <p:cNvSpPr/>
          <p:nvPr/>
        </p:nvSpPr>
        <p:spPr>
          <a:xfrm>
            <a:off x="4343399" y="1507066"/>
            <a:ext cx="3471333" cy="651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Agente Orquestrador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24D437-B8B1-38A8-A9C5-4CBA9FF5F0AE}"/>
              </a:ext>
            </a:extLst>
          </p:cNvPr>
          <p:cNvSpPr/>
          <p:nvPr/>
        </p:nvSpPr>
        <p:spPr>
          <a:xfrm>
            <a:off x="3522132" y="3022601"/>
            <a:ext cx="1557867" cy="59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Métricas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E37F21-051E-CC6A-547B-EB6342EA73E9}"/>
              </a:ext>
            </a:extLst>
          </p:cNvPr>
          <p:cNvSpPr/>
          <p:nvPr/>
        </p:nvSpPr>
        <p:spPr>
          <a:xfrm>
            <a:off x="5393265" y="3022600"/>
            <a:ext cx="1557867" cy="59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Notícias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6ED986-8C24-509A-AE0F-ABCE03D0C6A6}"/>
              </a:ext>
            </a:extLst>
          </p:cNvPr>
          <p:cNvSpPr/>
          <p:nvPr/>
        </p:nvSpPr>
        <p:spPr>
          <a:xfrm>
            <a:off x="7264398" y="3022599"/>
            <a:ext cx="1557867" cy="59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Gráficos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FA9882-D44B-B5A3-F749-0003E631993B}"/>
              </a:ext>
            </a:extLst>
          </p:cNvPr>
          <p:cNvSpPr/>
          <p:nvPr/>
        </p:nvSpPr>
        <p:spPr>
          <a:xfrm>
            <a:off x="5393265" y="4673984"/>
            <a:ext cx="1557867" cy="59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Llama3               </a:t>
            </a:r>
            <a:r>
              <a:rPr lang="en-US" dirty="0" err="1"/>
              <a:t>Ollama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54CC2-9A52-8988-8F8F-ED0C338B7087}"/>
              </a:ext>
            </a:extLst>
          </p:cNvPr>
          <p:cNvSpPr/>
          <p:nvPr/>
        </p:nvSpPr>
        <p:spPr>
          <a:xfrm>
            <a:off x="5393265" y="5706916"/>
            <a:ext cx="1557867" cy="59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Relatório</a:t>
            </a:r>
            <a:r>
              <a:rPr lang="en-US" dirty="0"/>
              <a:t> Final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191846-D096-F24B-67BD-393AEDF8B22A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079067" y="770467"/>
            <a:ext cx="16933" cy="580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79813A-C15F-8D33-6ABC-389E6E92CD1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79066" y="2159000"/>
            <a:ext cx="16934" cy="719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00293F-62C7-9472-6118-5B89A8B5A2D2}"/>
              </a:ext>
            </a:extLst>
          </p:cNvPr>
          <p:cNvCxnSpPr/>
          <p:nvPr/>
        </p:nvCxnSpPr>
        <p:spPr>
          <a:xfrm>
            <a:off x="4343399" y="2473037"/>
            <a:ext cx="0" cy="405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6BBCB2-E99A-6A6F-ABD1-09B7C4183610}"/>
              </a:ext>
            </a:extLst>
          </p:cNvPr>
          <p:cNvCxnSpPr/>
          <p:nvPr/>
        </p:nvCxnSpPr>
        <p:spPr>
          <a:xfrm>
            <a:off x="7955972" y="2473037"/>
            <a:ext cx="0" cy="405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FD34D6-D01D-69B5-8431-D8463D7152CC}"/>
              </a:ext>
            </a:extLst>
          </p:cNvPr>
          <p:cNvCxnSpPr/>
          <p:nvPr/>
        </p:nvCxnSpPr>
        <p:spPr>
          <a:xfrm>
            <a:off x="4343399" y="2473037"/>
            <a:ext cx="36125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29A2C8-F570-254C-65BA-DDD3ECFA0C9E}"/>
              </a:ext>
            </a:extLst>
          </p:cNvPr>
          <p:cNvCxnSpPr/>
          <p:nvPr/>
        </p:nvCxnSpPr>
        <p:spPr>
          <a:xfrm>
            <a:off x="4343399" y="3716482"/>
            <a:ext cx="0" cy="405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E12B26-6059-7911-963B-795DA90E5328}"/>
              </a:ext>
            </a:extLst>
          </p:cNvPr>
          <p:cNvCxnSpPr>
            <a:cxnSpLocks/>
          </p:cNvCxnSpPr>
          <p:nvPr/>
        </p:nvCxnSpPr>
        <p:spPr>
          <a:xfrm>
            <a:off x="6079066" y="3615266"/>
            <a:ext cx="16934" cy="904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FD5BB2-9C85-018C-2977-45AF51875572}"/>
              </a:ext>
            </a:extLst>
          </p:cNvPr>
          <p:cNvCxnSpPr/>
          <p:nvPr/>
        </p:nvCxnSpPr>
        <p:spPr>
          <a:xfrm>
            <a:off x="8049490" y="3716482"/>
            <a:ext cx="0" cy="405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1ADE5AB-ACA7-C488-1924-13E7351191BB}"/>
              </a:ext>
            </a:extLst>
          </p:cNvPr>
          <p:cNvCxnSpPr/>
          <p:nvPr/>
        </p:nvCxnSpPr>
        <p:spPr>
          <a:xfrm>
            <a:off x="4343399" y="4107873"/>
            <a:ext cx="3706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6CABB82-A992-C3AF-B3C7-1E5B9EAD22FD}"/>
              </a:ext>
            </a:extLst>
          </p:cNvPr>
          <p:cNvCxnSpPr>
            <a:cxnSpLocks/>
          </p:cNvCxnSpPr>
          <p:nvPr/>
        </p:nvCxnSpPr>
        <p:spPr>
          <a:xfrm>
            <a:off x="6079066" y="5198533"/>
            <a:ext cx="0" cy="372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60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Magela Conrado</dc:creator>
  <cp:lastModifiedBy>Magela Conrado</cp:lastModifiedBy>
  <cp:revision>1</cp:revision>
  <dcterms:created xsi:type="dcterms:W3CDTF">2026-07-14T19:06:40Z</dcterms:created>
  <dcterms:modified xsi:type="dcterms:W3CDTF">2026-07-14T19:06:43Z</dcterms:modified>
</cp:coreProperties>
</file>